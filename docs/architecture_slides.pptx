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1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0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657600" cy="365760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234440"/>
            <a:ext cx="1417320" cy="14173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5" name="Image 0" descr="icons/stethoscop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1545336"/>
            <a:ext cx="795528" cy="795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HealthMate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Information Chatbot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0" y="43434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Presentation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user input to grounded, safety-checked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7512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4732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6" name="Image 0" descr="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19842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UI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633472" y="23545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89504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6724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2" name="Image 1" descr="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172" y="19842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80944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80944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 · Emergency · Diagnosis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55464" y="23545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11496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28716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8" name="Image 2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198424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02936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02936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MiniLM Embeddings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077456" y="23545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33488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50708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24" name="Image 3" descr="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6156" y="1984248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4928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24928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299448" y="235458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555480" y="1600200"/>
            <a:ext cx="1965960" cy="2148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172700" y="1828800"/>
            <a:ext cx="731520" cy="7315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30" name="Image 4" descr="icons/bookmedica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8148" y="1984248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46920" y="2697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646920" y="30632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Source Citation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0292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Components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502920" y="4626864"/>
            <a:ext cx="109728" cy="10972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5" name="Text 28"/>
          <p:cNvSpPr/>
          <p:nvPr/>
        </p:nvSpPr>
        <p:spPr>
          <a:xfrm>
            <a:off x="758952" y="4480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conversation memory 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6172200" y="4626864"/>
            <a:ext cx="109728" cy="10972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7" name="Text 30"/>
          <p:cNvSpPr/>
          <p:nvPr/>
        </p:nvSpPr>
        <p:spPr>
          <a:xfrm>
            <a:off x="6428232" y="4480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15-topic healthcare knowledge base (JSON)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502920" y="5129784"/>
            <a:ext cx="109728" cy="10972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9" name="Text 32"/>
          <p:cNvSpPr/>
          <p:nvPr/>
        </p:nvSpPr>
        <p:spPr>
          <a:xfrm>
            <a:off x="758952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guardrail engine (keyword detection)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6172200" y="5129784"/>
            <a:ext cx="109728" cy="10972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41" name="Text 34"/>
          <p:cNvSpPr/>
          <p:nvPr/>
        </p:nvSpPr>
        <p:spPr>
          <a:xfrm>
            <a:off x="6428232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wrapper with graceful error handling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LLM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speed, zero cost, and reliable structured reasoning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7607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762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486400" cy="566928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8950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28895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3.3 70B Versatile)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93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RAG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34930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sentence-transformers (MiniLM-L6-v2)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41648"/>
            <a:ext cx="5486400" cy="566928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96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40965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session_state (in-memory)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700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47000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rule-based keyword engine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248656"/>
            <a:ext cx="5486400" cy="566928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303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+ branded background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1600200"/>
            <a:ext cx="5193792" cy="4434840"/>
          </a:xfrm>
          <a:prstGeom prst="roundRect">
            <a:avLst>
              <a:gd name="adj" fmla="val 2062"/>
            </a:avLst>
          </a:prstGeom>
          <a:solidFill>
            <a:srgbClr val="14213D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856232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23" name="Image 0" descr="icons/bol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965960"/>
            <a:ext cx="283464" cy="28346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1892808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Groq + Llama 3.3 70B?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766560" y="2633472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6995160" y="2487168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 inference via Groq's LPU hardware — critical for a responsive chat experience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766560" y="3346704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6995160" y="3200400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access removes cost barriers for a contractual assignment prototype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766560" y="4059936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6995160" y="3913632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parameter scale gives strong instruction-following for nuanced safety rules (no-diagnosis, redirection)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766560" y="4773168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6995160" y="4626864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variant balances reasoning quality with speed for conversational, multi-turn use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766560" y="5486400"/>
            <a:ext cx="91440" cy="9144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34" name="Text 31"/>
          <p:cNvSpPr/>
          <p:nvPr/>
        </p:nvSpPr>
        <p:spPr>
          <a:xfrm>
            <a:off x="6995160" y="5340096"/>
            <a:ext cx="4416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 simplifies integration and future model swapping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Workflow &amp; Prompt Engineering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two-layer prompting strategy: static persona rules + dynamic per-message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20391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message in the chat 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 &amp; emergency keyword checks run first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91256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33272" y="31729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safe, query is embedded &amp; matched via FAISS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58184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3272" y="37398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KB snippets injected as context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325112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" y="430682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+ augmented prompt sent to Groq LLM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384048" cy="38404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3272" y="48737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rendered with source citations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1600200"/>
            <a:ext cx="5330952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76200" dist="254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1828800"/>
            <a:ext cx="548640" cy="54864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25" name="Image 0" descr="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947672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0" y="1856232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Strategy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29400" y="256032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system prompt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629400" y="287121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persona, no-diagnosis rule, disclaimer behavior, and off-topic redirection.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629400" y="342900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RAG injection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629400" y="373989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knowledge-base snippets are appended per-message, not baked into the system prompt.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629400" y="429768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Diagnosis-guard note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629400" y="460857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appended to messages that request a definitive diagnosis, nudging response style for that turn only.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629400" y="516636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(0.4)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629400" y="547725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Favors factual, consistent phrasing suited to health information over creative variance.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Guardrails, RAG &amp; Key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components that make the assistant safe, grounded, and reliable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Components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6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219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0756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Vector DB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23591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FAISS-indexed, 15-topic curated healthcare knowledge base with similarity threshold filtering.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999232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0" name="Image 1" descr="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118104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9718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Guardrails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34440" y="325526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self-harm &amp; emergency bypass, executed before any LLM call.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895344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4" name="Image 2" descr="icons/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01421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8679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34440" y="41513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session history retained for context-aware, multi-turn follow-ups.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2920" y="4791456"/>
            <a:ext cx="566928" cy="566928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18" name="Image 3" descr="icons/bookmedic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91032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7640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of Sources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234440" y="50474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KB topics are surfaced to the user beneath each grounded answer.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172200" y="1600200"/>
            <a:ext cx="5513832" cy="4480560"/>
          </a:xfrm>
          <a:prstGeom prst="roundRect">
            <a:avLst>
              <a:gd name="adj" fmla="val 2041"/>
            </a:avLst>
          </a:prstGeom>
          <a:solidFill>
            <a:srgbClr val="14213D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23" name="Image 4" descr="icons/warning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1938528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185623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46520" y="2514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406640" y="251460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inconsistently honored “no diagnosis” instruction under some phrasings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446520" y="2990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406640" y="2990088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rule-based guard layer independent of prompt compliance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46520" y="3538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406640" y="353872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 keyword list missed real phrasings found in QA testing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446520" y="40142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406640" y="4014216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list; separated into a dedicated crisis-response path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446520" y="45628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406640" y="4562856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injected irrelevant context for unrelated queries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446520" y="50383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406640" y="5038344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similarity threshold (0.35) to gate retrieval injection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446520" y="55869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406640" y="5586984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dark theme clashed with the branded light UI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446520" y="60624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406640" y="6062472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HealthMate provides general health information only — not a substitute for professional medical advice.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531</Words>
  <Application>Microsoft Office PowerPoint</Application>
  <PresentationFormat>Widescreen</PresentationFormat>
  <Paragraphs>102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AFROSE FATHIMA</cp:lastModifiedBy>
  <cp:revision>2</cp:revision>
  <dcterms:created xsi:type="dcterms:W3CDTF">2026-07-30T02:58:02Z</dcterms:created>
  <dcterms:modified xsi:type="dcterms:W3CDTF">2026-07-30T16:17:36Z</dcterms:modified>
</cp:coreProperties>
</file>